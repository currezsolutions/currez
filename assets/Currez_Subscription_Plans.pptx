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CURREZ SOLUTIONS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t>Hospital &amp; Clinic Operating System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Modern 3-Tier Subscription Plans &amp; Feature Architecture for Healthcare Facilities in Maharashtra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103628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BBF24"/>
                </a:solidFill>
              </a:defRPr>
            </a:pPr>
            <a:r>
              <a:t>🔥 LIMITED TIME LAUNCH OFFER: SPECIAL 25% DISCOUNT APPLIED ON ALL PLANS</a:t>
            </a:r>
          </a:p>
          <a:p>
            <a:pPr algn="ctr"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Flat ₹599 / month for any standalone module add-on (Beds, Billing, Prescriptions, Lab Reports)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6289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📞 CONTACT &amp; SALES HELPLINE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t>Phone / WhatsApp:  +91 9284378620   |   +91 8806676181</a:t>
            </a:r>
          </a:p>
          <a:p>
            <a:pPr>
              <a:spcBef>
                <a:spcPts val="600"/>
              </a:spcBef>
              <a:defRPr sz="1700" b="1">
                <a:solidFill>
                  <a:srgbClr val="38BDF8"/>
                </a:solidFill>
              </a:defRPr>
            </a:pPr>
            <a:r>
              <a:t>Official Email:  medideskpro@gmail.com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🟢 PLAN 1: CURREZ ESSENTIAL (CLINIC PLAN)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for Standalone OPD Clinics, Specialist Doctors &amp; Polyclinics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SPECIAL DISCOUNTED OFFER</a:t>
            </a:r>
          </a:p>
          <a:p>
            <a:pPr>
              <a:defRPr sz="3600" b="1">
                <a:solidFill>
                  <a:srgbClr val="10B981"/>
                </a:solidFill>
              </a:defRPr>
            </a:pPr>
            <a:r>
              <a:t>₹1,499 / mo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Standard Price: ₹1,999/mo (Save 25%)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📋 Plan Quotas &amp; Capacity: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👨‍⚕️ Doctors: Up to 3 Doctors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👩‍💼 Front Desk Staff: Up to 2 Staff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🏥 Bed Capacity: 0 Beds (OPD Only)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📈 Daily Volume: Avg 60 Patients / day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👥 Monthly Cap: 1,800 Appointments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🗂️ Patient Records: 5,000 Records</a:t>
            </a:r>
          </a:p>
          <a:p>
            <a:pPr>
              <a:spcBef>
                <a:spcPts val="500"/>
              </a:spcBef>
              <a:defRPr sz="1250">
                <a:solidFill>
                  <a:srgbClr val="1E293B"/>
                </a:solidFill>
              </a:defRPr>
            </a:pPr>
            <a:r>
              <a:t>📧 Automated Email Reminders: 500 / 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6492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✨ INCLUDED MODULES &amp; CORE FEATURES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⚡ OPD Appointments &amp; Real-Time Live Token Tracker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✍️ E-Prescription Builder with Branded PDF Downloads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📋 Branded Public Booking Webpage &amp; Doctor Profiles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👥 Master Patient Directory &amp; Contact Records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🛡️ Role-Based Staff Accounts &amp; Fine-Grained Permissions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🔒 Immutable Audit Activity Logs (Security Baseline)</a:t>
            </a:r>
          </a:p>
          <a:p>
            <a:pPr>
              <a:spcBef>
                <a:spcPts val="700"/>
              </a:spcBef>
              <a:defRPr sz="1300">
                <a:solidFill>
                  <a:srgbClr val="1E293B"/>
                </a:solidFill>
              </a:defRPr>
            </a:pPr>
            <a:r>
              <a:t>📧 Automated Booking Confirmation &amp; Follow-up Email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754880"/>
            <a:ext cx="59436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💡 NEED EXTRA MODULES?</a:t>
            </a:r>
          </a:p>
          <a:p>
            <a:pPr>
              <a:spcBef>
                <a:spcPts val="300"/>
              </a:spcBef>
              <a:defRPr sz="1250" b="1">
                <a:solidFill>
                  <a:srgbClr val="1E293B"/>
                </a:solidFill>
              </a:defRPr>
            </a:pPr>
            <a:r>
              <a:t>Add Itemized Billing, Bed Management, or Lab Reports anytime for flat ₹599 / month per module!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🔵 PLAN 2: CURREZ GROWTH (NURSING HOME PLAN)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for 10–50 Bed Nursing Homes, Maternity Hospitals &amp; Specialty Centers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SPECIAL DISCOUNTED OFFER</a:t>
            </a:r>
          </a:p>
          <a:p>
            <a:pPr>
              <a:defRPr sz="3600" b="1">
                <a:solidFill>
                  <a:srgbClr val="2563EB"/>
                </a:solidFill>
              </a:defRPr>
            </a:pPr>
            <a:r>
              <a:t>₹4,499 / mo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Standard Price: ₹5,999/mo (Save 25%)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📋 Plan Quotas &amp; Capacity: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👨‍⚕️ Doctors: Up to 12 Doctors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👩‍💼 Front Desk / Nurses: Up to 8 Staff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🔑 Admin Accounts: Up to 3 Admins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🏥 Bed Capacity: Up to 50 Beds (IPD)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📈 Daily Volume: Avg 200 Patients / day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👥 Monthly Cap: 6,000 Appointments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🗂️ Patient Records: 25,000 Records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📧 Automated Email Reminders: 2,500 / 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6492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✨ INCLUDED MODULES &amp; CORE FEATURES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🛏️ Complete Bed &amp; Ward Management (Floors, Rooms, Admissions &amp; Discharges)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🧾 Itemized Billing &amp; Invoicing (Consultation fees + Daily room rates + GST)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🧪 Lab &amp; Diagnostics Reports Upload &amp; Patient Status Sync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✍️ E-Prescription Builder &amp; Searchable Prescription Archives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📊 Hospital Operational &amp; Revenue Collection Analytics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⚡ All Core OPD Features (Queue Management, Live Token Tracker, Audit Log)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📧 Automated Patient Confirmation, Discharge &amp; Follow-up Email Reminders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846320"/>
            <a:ext cx="594360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💡 MODULAR FLEXIBILITY</a:t>
            </a:r>
          </a:p>
          <a:p>
            <a:pPr>
              <a:spcBef>
                <a:spcPts val="300"/>
              </a:spcBef>
              <a:defRPr sz="1250" b="1">
                <a:solidFill>
                  <a:srgbClr val="1E293B"/>
                </a:solidFill>
              </a:defRPr>
            </a:pPr>
            <a:r>
              <a:t>Need extra bed capacity or custom modules? Add any additional module @ ₹599 / month!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🟣 PLAN 3: CURREZ ENTERPRISE (MULTISPECIALTY HOSPITAL PLAN)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for 50+ Bed Tertiary Hospitals, NABH Centers &amp; Multi-Branch Chains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931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SPECIAL DISCOUNTED OFFER</a:t>
            </a:r>
          </a:p>
          <a:p>
            <a:pPr>
              <a:defRPr sz="3600" b="1">
                <a:solidFill>
                  <a:srgbClr val="7C3AED"/>
                </a:solidFill>
              </a:defRPr>
            </a:pPr>
            <a:r>
              <a:t>₹11,199 / mo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Standard Price: ₹14,999/mo (Save 25%)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📋 Plan Quotas &amp; Capacity: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👨‍⚕️ Doctors: UNLIMITED DOCTORS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👩‍💼 Staff / Nurses: UNLIMITED STAFF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🔑 Admin Accounts: UNLIMITED ADMINS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🏥 Bed Capacity: UNLIMITED BEDS &amp; WARDS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📈 Daily Volume: UNLIMITED PATIENTS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🗂️ Patient Records: UNLIMITED RECORDS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📧 Email Reminders: 10,000 Free / mo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🌐 Custom Hospital Domain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6492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C3AED"/>
                </a:solidFill>
              </a:defRPr>
            </a:pPr>
            <a:r>
              <a:t>✨ UNLIMITED ALL-INCLUSIVE ACCESS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⚡ ALL Modules Unlocked: Bed &amp; Ward Builder, Billing, E-Prescriptions, Lab Reports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📊 Multi-Branch Consolidated Revenue &amp; Doctor Performance Analytics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🌐 Custom Subdomain or Full Domain Integration (hospitalname.com)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📞 Dedicated Account Manager &amp; 24/7 Priority Helpline Support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🚀 Dedicated Staff Onboarding, Training &amp; Legacy Data Migration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🔒 Cross-Department Enterprise Audit Security Logs</a:t>
            </a:r>
          </a:p>
          <a:p>
            <a:pPr>
              <a:spcBef>
                <a:spcPts val="700"/>
              </a:spcBef>
              <a:defRPr sz="1250">
                <a:solidFill>
                  <a:srgbClr val="1E293B"/>
                </a:solidFill>
              </a:defRPr>
            </a:pPr>
            <a:r>
              <a:t>📧 High-Volume Automated Email Reminders &amp; Notifications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📊 PLAN COMPARISON &amp; OVERVIEW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/>
                <a:gridCol w="2560320"/>
                <a:gridCol w="2560320"/>
                <a:gridCol w="2560320"/>
              </a:tblGrid>
              <a:tr h="40732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Limit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🟢 Plan 1: Essential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🔵 Plan 2: Growth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🟣 Plan 3: Enterprise</a:t>
                      </a:r>
                    </a:p>
                  </a:txBody>
                  <a:tcPr marL="91440" marR="91440" marT="36576" marB="36576">
                    <a:solidFill>
                      <a:srgbClr val="0F172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Target Setup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OPD Clinics &amp; Polyclinics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10-50 Bed Nursing Homes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50+ Bed Multi-Specialty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Discounted Price (25% OFF)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₹1,499 / month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₹4,499 / month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11D48"/>
                          </a:solidFill>
                        </a:defRPr>
                      </a:pPr>
                      <a:r>
                        <a:t>₹11,199 / month</a:t>
                      </a:r>
                    </a:p>
                  </a:txBody>
                  <a:tcPr marL="91440" marR="91440" marT="36576" marB="36576">
                    <a:solidFill>
                      <a:srgbClr val="FEF3C7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Standard Price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₹1,999 / month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₹5,999 / month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₹14,999 / month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Doctor Capacity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3 Doctors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12 Doctors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Staff / Receptionists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2 Staff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8 Staff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IPD Bed Capacity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 Beds (OPD Only)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 to 50 Beds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Daily OPD Limit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60 Patients / day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200 Patients / day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Automated Email Reminders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500 Free / month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2,500 Free / month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10,000 Free / month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Bed Management &amp; Billing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Add-on @ ₹599/mo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Extra Modules Add-On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₹599 / month each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₹599 / month each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 INCLUDED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15000"/>
            <a:ext cx="10728655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📞 CALL US TODAY FOR DEMO &amp; ONBOARDING: +91 9284378620  |  +91 8806676181</a:t>
            </a:r>
          </a:p>
          <a:p>
            <a:pPr algn="ctr">
              <a:spcBef>
                <a:spcPts val="300"/>
              </a:spcBef>
              <a:defRPr sz="1300">
                <a:solidFill>
                  <a:srgbClr val="38BDF8"/>
                </a:solidFill>
              </a:defRPr>
            </a:pPr>
            <a:r>
              <a:t>Email: medideskpro@gmail.com   |   Currez Solutions — Modern Healthcare Operating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